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AADF961-63A5-480B-9939-5FD618701C3D}" type="datetimeFigureOut">
              <a:rPr lang="ro-RO" smtClean="0"/>
              <a:t>05.05.2026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A51E1CC-0FFF-48D5-A9DA-616AD2ED21F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59542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DF961-63A5-480B-9939-5FD618701C3D}" type="datetimeFigureOut">
              <a:rPr lang="ro-RO" smtClean="0"/>
              <a:t>05.05.2026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E1CC-0FFF-48D5-A9DA-616AD2ED21F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87744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DF961-63A5-480B-9939-5FD618701C3D}" type="datetimeFigureOut">
              <a:rPr lang="ro-RO" smtClean="0"/>
              <a:t>05.05.2026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E1CC-0FFF-48D5-A9DA-616AD2ED21F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13973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DF961-63A5-480B-9939-5FD618701C3D}" type="datetimeFigureOut">
              <a:rPr lang="ro-RO" smtClean="0"/>
              <a:t>05.05.2026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E1CC-0FFF-48D5-A9DA-616AD2ED21F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05880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DF961-63A5-480B-9939-5FD618701C3D}" type="datetimeFigureOut">
              <a:rPr lang="ro-RO" smtClean="0"/>
              <a:t>05.05.2026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E1CC-0FFF-48D5-A9DA-616AD2ED21F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89137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DF961-63A5-480B-9939-5FD618701C3D}" type="datetimeFigureOut">
              <a:rPr lang="ro-RO" smtClean="0"/>
              <a:t>05.05.2026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E1CC-0FFF-48D5-A9DA-616AD2ED21F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2258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DF961-63A5-480B-9939-5FD618701C3D}" type="datetimeFigureOut">
              <a:rPr lang="ro-RO" smtClean="0"/>
              <a:t>05.05.2026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E1CC-0FFF-48D5-A9DA-616AD2ED21F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7879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DF961-63A5-480B-9939-5FD618701C3D}" type="datetimeFigureOut">
              <a:rPr lang="ro-RO" smtClean="0"/>
              <a:t>05.05.2026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E1CC-0FFF-48D5-A9DA-616AD2ED21F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14910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DF961-63A5-480B-9939-5FD618701C3D}" type="datetimeFigureOut">
              <a:rPr lang="ro-RO" smtClean="0"/>
              <a:t>05.05.2026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E1CC-0FFF-48D5-A9DA-616AD2ED21F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15702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DF961-63A5-480B-9939-5FD618701C3D}" type="datetimeFigureOut">
              <a:rPr lang="ro-RO" smtClean="0"/>
              <a:t>05.05.2026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E1CC-0FFF-48D5-A9DA-616AD2ED21F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9203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DF961-63A5-480B-9939-5FD618701C3D}" type="datetimeFigureOut">
              <a:rPr lang="ro-RO" smtClean="0"/>
              <a:t>05.05.2026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E1CC-0FFF-48D5-A9DA-616AD2ED21F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1884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DF961-63A5-480B-9939-5FD618701C3D}" type="datetimeFigureOut">
              <a:rPr lang="ro-RO" smtClean="0"/>
              <a:t>05.05.2026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E1CC-0FFF-48D5-A9DA-616AD2ED21FF}" type="slidenum">
              <a:rPr lang="ro-RO" smtClean="0"/>
              <a:t>‹#›</a:t>
            </a:fld>
            <a:endParaRPr lang="ro-RO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59051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DF961-63A5-480B-9939-5FD618701C3D}" type="datetimeFigureOut">
              <a:rPr lang="ro-RO" smtClean="0"/>
              <a:t>05.05.2026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E1CC-0FFF-48D5-A9DA-616AD2ED21F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0084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DF961-63A5-480B-9939-5FD618701C3D}" type="datetimeFigureOut">
              <a:rPr lang="ro-RO" smtClean="0"/>
              <a:t>05.05.2026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E1CC-0FFF-48D5-A9DA-616AD2ED21F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952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DF961-63A5-480B-9939-5FD618701C3D}" type="datetimeFigureOut">
              <a:rPr lang="ro-RO" smtClean="0"/>
              <a:t>05.05.2026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E1CC-0FFF-48D5-A9DA-616AD2ED21F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28976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DF961-63A5-480B-9939-5FD618701C3D}" type="datetimeFigureOut">
              <a:rPr lang="ro-RO" smtClean="0"/>
              <a:t>05.05.2026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E1CC-0FFF-48D5-A9DA-616AD2ED21F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82245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DF961-63A5-480B-9939-5FD618701C3D}" type="datetimeFigureOut">
              <a:rPr lang="ro-RO" smtClean="0"/>
              <a:t>05.05.2026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E1CC-0FFF-48D5-A9DA-616AD2ED21F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43035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ADF961-63A5-480B-9939-5FD618701C3D}" type="datetimeFigureOut">
              <a:rPr lang="ro-RO" smtClean="0"/>
              <a:t>05.05.2026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1E1CC-0FFF-48D5-A9DA-616AD2ED21F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671464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A26A3-468F-29FB-2E73-57D142DD23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</a:t>
            </a:r>
            <a:r>
              <a:rPr lang="ro-RO" dirty="0"/>
              <a:t>ăutare semantică de cod sursă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819B3-CA90-CDD1-87D1-8E701CC54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705518"/>
            <a:ext cx="5245767" cy="1326314"/>
          </a:xfrm>
        </p:spPr>
        <p:txBody>
          <a:bodyPr/>
          <a:lstStyle/>
          <a:p>
            <a:r>
              <a:rPr lang="ro-RO" dirty="0"/>
              <a:t>Studenți</a:t>
            </a:r>
            <a:r>
              <a:rPr lang="en-US" dirty="0"/>
              <a:t>:</a:t>
            </a:r>
            <a:r>
              <a:rPr lang="ro-RO" dirty="0"/>
              <a:t>         Isac ALEXANDRU Marian (506)</a:t>
            </a:r>
          </a:p>
          <a:p>
            <a:pPr algn="r"/>
            <a:r>
              <a:rPr lang="ro-RO" dirty="0"/>
              <a:t>Pavel Alexandru (506)</a:t>
            </a:r>
          </a:p>
        </p:txBody>
      </p:sp>
    </p:spTree>
    <p:extLst>
      <p:ext uri="{BB962C8B-B14F-4D97-AF65-F5344CB8AC3E}">
        <p14:creationId xmlns:p14="http://schemas.microsoft.com/office/powerpoint/2010/main" val="2554202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516EF-8C66-1624-0C0E-50CC6FD36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27514"/>
            <a:ext cx="9905998" cy="1478570"/>
          </a:xfrm>
        </p:spPr>
        <p:txBody>
          <a:bodyPr/>
          <a:lstStyle/>
          <a:p>
            <a:r>
              <a:rPr lang="ro-RO" dirty="0"/>
              <a:t>Context și problemă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CB43D-6C27-FFBD-4A46-EC4002458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92968"/>
            <a:ext cx="9905999" cy="4459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3200" dirty="0"/>
              <a:t>Căutarea semantică de cod sursă</a:t>
            </a:r>
            <a:r>
              <a:rPr lang="en-US" sz="3200" dirty="0"/>
              <a:t>:</a:t>
            </a:r>
          </a:p>
          <a:p>
            <a:r>
              <a:rPr lang="ro-RO" sz="2200" dirty="0"/>
              <a:t>În proiectele software mari, găsirea rapidă a unei metode sau clase relevante poate deveni dificilă. </a:t>
            </a:r>
          </a:p>
          <a:p>
            <a:r>
              <a:rPr lang="ro-RO" sz="2200" dirty="0"/>
              <a:t>Căutarea clasică se bazează pe potriviri exacte de cuvinte. De exemplu, dacă utilizatorul caută </a:t>
            </a:r>
            <a:r>
              <a:rPr lang="en-US" sz="2200" dirty="0"/>
              <a:t>“</a:t>
            </a:r>
            <a:r>
              <a:rPr lang="ro-RO" sz="2200" dirty="0"/>
              <a:t>autentificare utilizator</a:t>
            </a:r>
            <a:r>
              <a:rPr lang="en-US" sz="2200" dirty="0"/>
              <a:t>”</a:t>
            </a:r>
            <a:r>
              <a:rPr lang="ro-RO" sz="2200" dirty="0"/>
              <a:t>, este posibil să nu găsească o metodă numită </a:t>
            </a:r>
            <a:r>
              <a:rPr lang="ro-RO" sz="2200" b="1" dirty="0" err="1"/>
              <a:t>login</a:t>
            </a:r>
            <a:r>
              <a:rPr lang="ro-RO" sz="2200" b="1" dirty="0"/>
              <a:t>() </a:t>
            </a:r>
            <a:r>
              <a:rPr lang="ro-RO" sz="2200" dirty="0"/>
              <a:t>sau </a:t>
            </a:r>
            <a:r>
              <a:rPr lang="ro-RO" sz="2200" b="1" dirty="0" err="1"/>
              <a:t>validateCredentials</a:t>
            </a:r>
            <a:r>
              <a:rPr lang="ro-RO" sz="2200" b="1" dirty="0"/>
              <a:t>()</a:t>
            </a:r>
            <a:endParaRPr lang="ro-RO" sz="2200" dirty="0"/>
          </a:p>
          <a:p>
            <a:pPr marL="0" indent="0">
              <a:buNone/>
            </a:pPr>
            <a:r>
              <a:rPr lang="ro-RO" sz="3500" dirty="0"/>
              <a:t>Problemă</a:t>
            </a:r>
            <a:r>
              <a:rPr lang="en-US" sz="3500" dirty="0"/>
              <a:t>:</a:t>
            </a:r>
            <a:endParaRPr lang="ro-RO" sz="3500" dirty="0"/>
          </a:p>
          <a:p>
            <a:r>
              <a:rPr lang="ro-RO" sz="2200" dirty="0"/>
              <a:t>Căutarea simplă de text nu înțelege sensul codului</a:t>
            </a:r>
          </a:p>
        </p:txBody>
      </p:sp>
    </p:spTree>
    <p:extLst>
      <p:ext uri="{BB962C8B-B14F-4D97-AF65-F5344CB8AC3E}">
        <p14:creationId xmlns:p14="http://schemas.microsoft.com/office/powerpoint/2010/main" val="2212187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4EFC8-ADE3-A1BB-7DA3-DA2860316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53978"/>
            <a:ext cx="9905998" cy="1478570"/>
          </a:xfrm>
        </p:spPr>
        <p:txBody>
          <a:bodyPr/>
          <a:lstStyle/>
          <a:p>
            <a:r>
              <a:rPr lang="ro-RO" dirty="0"/>
              <a:t>Ideea soluției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9B22-1100-871E-E245-756C585D3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32548"/>
            <a:ext cx="9905999" cy="48447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3200" dirty="0" err="1"/>
              <a:t>Embeddings</a:t>
            </a:r>
            <a:r>
              <a:rPr lang="ro-RO" sz="3200" dirty="0"/>
              <a:t> și Oracle AI Vector </a:t>
            </a:r>
            <a:r>
              <a:rPr lang="ro-RO" sz="3200" dirty="0" err="1"/>
              <a:t>Search</a:t>
            </a:r>
            <a:r>
              <a:rPr lang="en-US" sz="3200" dirty="0"/>
              <a:t>:</a:t>
            </a:r>
            <a:endParaRPr lang="ro-RO" sz="3200" dirty="0"/>
          </a:p>
          <a:p>
            <a:r>
              <a:rPr lang="ro-RO" sz="2000" dirty="0"/>
              <a:t>Aplicația extrage metodele din fișierele Java și generează </a:t>
            </a:r>
            <a:r>
              <a:rPr lang="ro-RO" sz="2000" dirty="0" err="1"/>
              <a:t>embeddings</a:t>
            </a:r>
            <a:r>
              <a:rPr lang="ro-RO" sz="2000" dirty="0"/>
              <a:t> pentru fiecare metodă</a:t>
            </a:r>
          </a:p>
          <a:p>
            <a:r>
              <a:rPr lang="ro-RO" sz="2000" dirty="0" err="1"/>
              <a:t>Embedding</a:t>
            </a:r>
            <a:r>
              <a:rPr lang="ro-RO" sz="2000" dirty="0"/>
              <a:t>-urile sunt salvate în Oracle DB într-o coloană de tip VECTOR</a:t>
            </a:r>
          </a:p>
          <a:p>
            <a:r>
              <a:rPr lang="ro-RO" sz="2000" dirty="0"/>
              <a:t>La căutare, întrebarea utilizatorului este transformată și ea în </a:t>
            </a:r>
            <a:r>
              <a:rPr lang="ro-RO" sz="2000" dirty="0" err="1"/>
              <a:t>embedding</a:t>
            </a:r>
            <a:r>
              <a:rPr lang="ro-RO" sz="2000" dirty="0"/>
              <a:t> iar Oracle compară vectorii folosind VECTOR_DISTANCE</a:t>
            </a:r>
          </a:p>
          <a:p>
            <a:pPr marL="0" indent="0">
              <a:buNone/>
            </a:pPr>
            <a:r>
              <a:rPr lang="ro-RO" sz="3500" dirty="0"/>
              <a:t>Rezultat</a:t>
            </a:r>
            <a:r>
              <a:rPr lang="en-US" sz="3500" dirty="0"/>
              <a:t>:</a:t>
            </a:r>
          </a:p>
          <a:p>
            <a:r>
              <a:rPr lang="en-US" sz="2200" dirty="0" err="1"/>
              <a:t>Sistemul</a:t>
            </a:r>
            <a:r>
              <a:rPr lang="en-US" sz="2200" dirty="0"/>
              <a:t> </a:t>
            </a:r>
            <a:r>
              <a:rPr lang="en-US" sz="2200" dirty="0" err="1"/>
              <a:t>returneaz</a:t>
            </a:r>
            <a:r>
              <a:rPr lang="ro-RO" sz="2200" dirty="0"/>
              <a:t>ă metode relevante semantic, chiar dacă nu conțin exact cuvintele introduse de utilizator</a:t>
            </a:r>
          </a:p>
        </p:txBody>
      </p:sp>
    </p:spTree>
    <p:extLst>
      <p:ext uri="{BB962C8B-B14F-4D97-AF65-F5344CB8AC3E}">
        <p14:creationId xmlns:p14="http://schemas.microsoft.com/office/powerpoint/2010/main" val="23140556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12</TotalTime>
  <Words>158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Tw Cen MT</vt:lpstr>
      <vt:lpstr>Circuit</vt:lpstr>
      <vt:lpstr>Căutare semantică de cod sursă</vt:lpstr>
      <vt:lpstr>Context și problemă</vt:lpstr>
      <vt:lpstr>Ideea soluției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ALEXANDRU MARIAN ISAC</dc:creator>
  <cp:lastModifiedBy>ALEXANDRU MARIAN ISAC</cp:lastModifiedBy>
  <cp:revision>1</cp:revision>
  <dcterms:created xsi:type="dcterms:W3CDTF">2026-05-05T16:18:21Z</dcterms:created>
  <dcterms:modified xsi:type="dcterms:W3CDTF">2026-05-05T16:30:44Z</dcterms:modified>
</cp:coreProperties>
</file>